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**One Alex, Multiple Platforms, Coherent Evolution**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*"The role of the engineer is changing fundamentally. You will spend less time writing syntax and debugging, and more time commanding the computer to execute complex intent."* — Sam Altman, January 2026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planned versions, see [📊 Quick Status](#-quick-status).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Normalize global knowledge data during cloud sync for improved quality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**Summary:** Dawn → Awareness completed in ~2 days (vs 11 weeks planned)
See [📜 Completed Versions Archive](#-completed-versions-archive) for detailed feature lists.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CAIR/CSR framework, creative latitude, measurement
**Status:** ✅ Complete (v4.0.0-v4.0.6 released)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Package knowledge files with M365 agent for richer context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Enable VS Code ↔ M365 Alex communication
**Breaking News!** Microsoft launched OneDrive Agents on Feb 5, 2026. This is a game-changer for M365 Alex.
**Also New!** Microsoft launched Agents in Communities (public preview) in Teams January 2026.
**See:** [VSCODE-1.109-IMPLEMENTATION-PLAN.md §Execution Modes](alex_docs/VSCODE-1.109-IMPLEMENTATION-PLAN.md) for full breakdown of Local/Background/Cloud modes.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Bring M365's GraphicArt capability to VS Code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**Goal:** Proactive, delightful user experience across all touchpoints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**References:**
- [VSCODE-1.109-OPPORTUNITIES.md](alex_docs/VSCODE-1.109-OPPORTUNITIES.md) — Initial analysis
- [VSCODE-1.109-HEIR-INSIGHTS.md](alex_docs/VSCODE-1.109-HEIR-INSIGHTS.md) — Consolidated heir insights
**Effort columns:** Human = traditional estimate, Alex = AI-assisted estimate
See [alex-effort-estimation skill](.github/skills/alex-effort-estimation/SKILL.md) for methodology
**Full Implementation Plan:** [VSCODE-1.109-IMPLEMENTATION-PLAN.md](alex_docs/VSCODE-1.109-IMPLEMENTATION-PLAN.md)
Includes 8 detailed use cases: Alex Meditation Agent, Bootstrap Learning with Subagents, TDD Workflow, Code Review with Epistemic Humility, Background Dream Processing, and more.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**A cognitive partner that knows you, grows with you, and helps you achieve things you couldn't alone—while you help Alex become more capable of helping others.**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TITLE">
    <p:bg>
      <p:bgPr>
        <a:solidFill>
          <a:srgbClr val="055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9144000" cy="6400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Cognitive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EAEE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SECTION">
    <p:bg>
      <p:bgPr>
        <a:solidFill>
          <a:srgbClr val="D8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6639B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Cognitive Architecture — Unified Roadmap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**Time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fluency,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**Context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re-explanation**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**Relationship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reliance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**Mutual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Paradigm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v3.6.0-v3.9.0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Dawn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(CAIR/CSR,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Latitude)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(68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Polish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**v4.3.0**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**Architecture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Robustness**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**Resilience**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**v5.0.0**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**Team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(Global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Knowledge)**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**Organizational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**v5.0.2**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Polish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(Quick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Wins)**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**v5.1.0**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**Ecosystem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(Q1-Q2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**v5.2.0**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**UX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**Partnership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Fluency**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(Q2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**v5.3.0**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**Enterprise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**Trust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(Q2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Paradigm Contribution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**v5.5.0**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**Enterprise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**Deep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(Q3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**v6.0.0**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**Emergent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(2026+)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**Stable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utilization**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discoverability**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tagged,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**Slash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`when`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clauses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`sampleRequest`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manual-only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**Onboarding**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walkthrough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**MCP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Standalone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Discussions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**Time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`alex_synapse_health`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`["cognitive",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"health",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"diagnostic"]`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`alex_memory_search`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`["cognitive",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"search",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"memory"]`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`alex_architecture_status`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`["cognitive",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"diagnostic"]`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`alex_mcp_recommendations`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`["azure",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"m365",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"recommendations"]`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`alex_user_profile`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`["cognitive",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"personalization"]`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`alex_self_actualization`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`["cognitive",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"health",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"meditation"]`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`alex_global_knowledge_search`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`["knowledge",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"search",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"cross-project"]`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`alex_save_insight`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`["knowledge",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"learning"]`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`alex_promote_knowledge`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`["knowledge",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"curation"]`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`alex_cloud_sync`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`["cloud",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"sync",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"knowledge"]`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`alex_focus_context`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`["productivity",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"session",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"goals"]`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`alex_heir_validation`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`["quality",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"validation",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"publishing"]`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`alex_mcp_recommendations`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`["azure",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"m365"]`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`when`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`/m365`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`config.alex.m365.enabled`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`/exportm365`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`config.alex.m365.enabled`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`/sync`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`alex.globalKnowledgeConfigured`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`/push`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`alex.globalKnowledgeConfigured`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`/pull`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`alex.globalKnowledgeConfigured`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`/azure`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`config.alex.azure.enabled`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`/forget`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`alex.hasMemoryFiles`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`/meditate`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`Consolidate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today's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`/dream`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`Run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`/selfactualize`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`Deep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`/learn`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`Teach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`/status`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`/azure`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`Deploy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`/m365`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`Create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`/profile`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`/knowledge`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`Search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`/saveinsight`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`Save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`/promote`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`Promote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DK-react-patterns.md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`/knowledgestatus`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`/sync`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`Sync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`/push`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`Upload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`/pull`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`Download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`/docs`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`Open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`/session`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`Start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25-minute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`/goals`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streaks`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`/exportm365`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`Export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`/help`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`/forget`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`Remove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memories`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`/confidence`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`Explain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`/creative`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`Brainstorm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`/verify`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`Walk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**cognitive_architecture**: "What skills do I have?", "Summarize my last meditation", "How many synapses are healthy?", "When was my last dream?"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**azure_development**: "Set up CI/CD with Azure DevOps", "Configure Azure Key Vault", "Best practices for Azure Functions"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**m365_development**: "Build a declarative agent", "Connect to Microsoft Graph", "Deploy to Teams store"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**epistemic**: "Rate my trust in this code review", "What could go wrong with this approach?", "Help me think critically about this"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Welcome + identity explanation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Initialize architecture (alex.initialize)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First meditation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Customize your profile (/profile)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alex.architectureInitialized context key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GitHub repo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Configure repo path in settings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First sync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Save first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alex.globalKnowledgeConfigured context key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Explain TTS capability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949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Configure voice settings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7498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Try a voice response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8046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alex.ttsConfigured context key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`alex_synapse_health`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`alex_cognitive_synapse_health`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`alex_memory_search`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`alex_cognitive_memory_search`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`alex_architecture_status`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`alex_cognitive_architecture_status`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`alex_self_actualization`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`alex_cognitive_self_actualization`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`alex_focus_context`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`alex_cognitive_focus_context`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`alex_user_profile`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`alex_cognitive_user_profile`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`alex_global_knowledge_search`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`alex_knowledge_search`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`alex_save_insight`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`alex_knowledge_save_insight`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`alex_promote_knowledge`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`alex_knowledge_promote`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`alex_cloud_sync`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`alex_cloud_sync`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`alex_heir_validation`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`alex_quality_heir_validation`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`alex_mcp_recommendations`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`alex_platform_mcp_recommendations`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`alex.meditate`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`alex.dream`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Self-Actualize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`alex.selfActualize`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`alex.syncKnowledge`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`memory_search`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`alex_memory_search`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`synapse_health`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`alex_synapse_health`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`knowledge_search`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`alex_global_knowledge_search`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`save_insight`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`alex_save_insight`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**Dependency**: pptxgenjs (MIT, single dep: JSZip). npm install pptxgenjs in extension package.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**Generator script**: scripts/pptxgen-generator.js — CLI flags: --content, --slides, --output.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**Markdown parser**: # Heading → Title Slide, ## → Section, - bullet → content. Detect data → auto-suggest chart type.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**Template system**: Slide Masters for Alex branding (colors, fonts). Pre-built layouts: title, content, two-column, chart, comparison.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**Skill integration**: .github/skills/pptx-generation/ with SKILL.md + synapses.json. Connect to gamma-presentations, markdown-mermaid, data-visualization.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**Mermaid diagrams**: Mermaid markup → SVG (via Mermaid CLI) → addImage() as base64 data URI. PowerPoint 2019+/365 renders SVG natively — no rasterization needed.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**Data connectors**: Azure SQL via mssql package (supports Entra ID auth). Power BI semantic models via REST API (/datasets/{id}/executeQueries with DAX) or XMLA endpoint (Premium/PPU). Both return JSON → addChart() / addTable(). Critical for dashboard and metrics slides.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**Validated**: Two PPTX files successfully generated via Claude + PptxGenJS (2026-02-07).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**D1 (GitHub Issue → Task)**: Use @octokit/rest or GitHub CLI. Parse issue labels → map to Alex skills. Create .github/episodic/task-from-issue-{number}.md.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**D2 (PR Review)**: Register as reviewCommentController. Access diff via vscode.workspace.openTextDocument. Need GitHub token scope repo.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**D3 (M365 Export)**: Generate declarative agent JSON from copilot-instructions.md + top skills. Format per M365 Copilot agent schema.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**D4 (M365 → GK Bridge)**: Parse M365 Copilot agent responses → extract learnings → alex_save_insight. Needs M365 API access.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**D5 (Configurable GK Repo)**: Add alex.globalKnowledge.repoPath setting. Currently hardcoded path logic in globalKnowledge.ts. Search for path resolution calls.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**D6 (Versioned Schema)**: Add "schemaVersion": "5.1.0" to all JSON files. Write migration functions in migrations/ folder. Run on Initialize.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**D7 (Generated Heir)**: Automate build-extension-package.ps1 → make it a VS Code task + GitHub Action. Template-based generation from Master .github/.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**E1**: Draft GitHub Discussion for microsoft/vscode — "Persistent Memory for Chat Participants". Include Alex as case study. Reference chatParticipantAdditions proposed API.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**E2**: Draft Discussion — "Cross-Project Knowledge Transfer for AI Extensions". Reference Global Knowledge as working implementation.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**E3**: File Issue requesting chatContextProvider documentation. Currently undocumented in stable API surface but partially implemented.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**E4**: Create cognitive-extension-framework GitHub repo. Extract: memory file parser, synapse validator, global knowledge manager as reusable npm packages.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Presence,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Lakehouse,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Planner/To-Do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Planner/To-Do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SharePoint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(Word/Excel/PPT)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sidebar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Enterprise-grade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(v1.6)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Preview,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(`F2`)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(`F3`)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`toolProgress`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chatParticipantAdditions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(`F4-6`)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umbrella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**Standalone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Web/Mobile**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yet;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**Claude/Anthropic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Artifacts**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**Browser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heir's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Pre-Phoenix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2026-01-29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2026-01-29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2026-01-30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2026-01-30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2026-01-31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**4.2.12**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**Cognitive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**CURRENT**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Heir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Heir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Symbiosis**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`src/chat/globalKnowledge.ts`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`src/chat/cloudSync.ts`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`alex_docs/GK-MIGRATION-PLAN.md`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truth,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v3.7.x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`/help`,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`/forget`,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`/confidence`,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v3.8.1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architecture-audit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Self-correction,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epistemic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"Here's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approach..."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"Before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verify..."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`knowledge/alex-protocols.md`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Meditation,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Dream,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`knowledge/skill-quick-reference.md`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condensed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`knowledge/cognitive-architecture.md`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remembers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**OneDrive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**AVAILABLE**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**Community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**PREVIEW**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Q&amp;A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SharePoint!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**OneDrive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"Mailbox"**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**Worker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(v1.6)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Agent-to-agent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**Interpreter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**EmbeddedKnowledge**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**Power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🔓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**UNLOCKED**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SecretStorage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changelog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what's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^1.109.0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(Alex,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slash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handoffs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(Azure,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dream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synapse-core.ts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⏱️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dream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`chatSkills`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(54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compatibility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⏱️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**OneDrive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**Community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(Teams)**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v4.3.0+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📦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copilot-instructions.md version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relevant DK files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protocol triggers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root .github/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build script to generate .github/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heir-specific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all commands and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and publish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declarativeAgent.json instructions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all capabilities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developer portal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949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both platforms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7498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personality consistency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8046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any platform-specific behaviors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Anti-Pattern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divergent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"version"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"v4.x"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"v3.x"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`.github/`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[COMEBACK-PLAN.md](COMEBACK-PLAN.md)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v3.6.0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Dawn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[article/appropriate-reliance/](article/appropriate-reliance/)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[platforms/vscode-extension/](platforms/vscode-extension/)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[platforms/m365-copilot/](platforms/m365-copilot/)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copilot-instructions.md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procedural memory (.instructions.md) functional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episodic memory (.prompt.md) functional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Synapses validated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from root .github/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16 commands functional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participant operational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 tools working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declarativeAgent.json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personality intact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list correct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949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 protection (v3.7.0)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7498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knowledge base 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8046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OneDrive cloud sync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8595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improvements (status bar, welcome view)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9144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Confidence Protocol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9692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patterns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10241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skills integrated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10789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protocol-triggers.instructions.md with confidence triggers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11338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"How to Say You're Uncertain" to alex-core.instructions.md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1188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/help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12435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/forget command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12984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/confidence command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1353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prompting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14081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Graph-powered confidence checking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14630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confidence protocols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1517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"Chat with GitHub Copilot" button with inline SVG icon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1572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button styling for visibility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16276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Architecture-audit skill .github/ exclusion fix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16824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Confident-but-wrong detection triggers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17373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correction protocols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17922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uncertainty handling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18470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skill (#51)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" y="19019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generation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" y="19568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 phrase detection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20116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Self-Awareness Protocols in declarativeAgent.json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20665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correction patterns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1520" y="21214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 Detection: "I believe", "I think", "AFAIK"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21762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Flags: "as of my knowledge cutoff"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22311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Self-Critique: 3 reasons current understanding could be wrong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22860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Correction: "You're right. I got that wrong."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(v4.2)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(v5.0+)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**Human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Ecosystem-wide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**Shared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**Friction**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Intent-first,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interface-invisible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----------------------------------------------------------------------------------------------------------------------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[ROADMAP-VSCODE-V4.0.md](ROADMAP-VSCODE-V4.0.md)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(detailed)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[archive/roadmaps/ROADMAP-VSCODE-V4.0-ORIGINAL.md](archive/roadmaps/ROADMAP-VSCODE-V4.0-ORIGINAL.md)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pre-revision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[archive/roadmaps/ROADMAP-M365-COPILOT-v3.5.1-COMPLETED.md](archive/roadmaps/ROADMAP-M365-COPILOT-v3.5.1-COMPLETED.md)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[ROADMAP-V5-PENTUNIUM.md](ROADMAP-V5-PENTUNIUM.md)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(post-v4.0)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**Agent-agnostic**: Works with any MCP-compatible agent (Claude Desktop, Cursor, Windsurf, other IDEs)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**No extension dependency**: Users can access Alex's cognitive tools without installing the VS Code extension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**Cross-IDE consistency**: Same memory search and synapse tools available in all environments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**npx distribution**: Zero install friction — npx @alex-cognitive/mcp-server just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**Composable**: Other MCP servers can chain with Alex's knowledge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Alex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ROADMAP-UNIFIED</dc:title>
  <dc:subject>Auto-generated presentation</dc:subject>
  <dc:creator>Alex Cognitive Architecture</dc:creator>
  <cp:lastModifiedBy>Alex Cognitive Architecture</cp:lastModifiedBy>
  <cp:revision>1</cp:revision>
  <dcterms:created xsi:type="dcterms:W3CDTF">2026-02-08T00:15:49Z</dcterms:created>
  <dcterms:modified xsi:type="dcterms:W3CDTF">2026-02-08T00:15:49Z</dcterms:modified>
</cp:coreProperties>
</file>