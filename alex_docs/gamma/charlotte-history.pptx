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journey through the Queen City's remarkable evolution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Catawba people were the original stewards of this land, their legacy woven into the region's history.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revolutionary spirit that earned Charlotte its "Hornet's Nest" nickname lives on in the city's sports teams and civic identity.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seeds of Charlotte's banking legacy were planted in the gold fields of the early 1800s.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city's population grew 4x in just 30 years, driven by post-war economic opportunity.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Charlotte's peaceful integration became a model studied by cities across America.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gold mining to banking, Charlotte has always been about commerce and growth.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Hornet's Nest spirit lives on in a city that never stops growing.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EX_TITLE">
    <p:bg>
      <p:bgPr>
        <a:solidFill>
          <a:srgbClr val="0550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0" y="5760720"/>
            <a:ext cx="9144000" cy="640080"/>
          </a:xfrm>
          <a:prstGeom prst="rect">
            <a:avLst/>
          </a:prstGeom>
          <a:solidFill>
            <a:srgbClr val="1A7F37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5897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EX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550A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Cognitive Architecture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6126480"/>
            <a:ext cx="9144000" cy="274320"/>
          </a:xfrm>
          <a:prstGeom prst="rect">
            <a:avLst/>
          </a:prstGeom>
          <a:solidFill>
            <a:srgbClr val="EAEEF2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61722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4292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EX_SECTION">
    <p:bg>
      <p:bgPr>
        <a:solidFill>
          <a:srgbClr val="D8B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63240"/>
            <a:ext cx="9144000" cy="36576"/>
          </a:xfrm>
          <a:prstGeom prst="rect">
            <a:avLst/>
          </a:prstGeom>
          <a:solidFill>
            <a:srgbClr val="6639BA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EX_CHAR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550A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Analytics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61722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4292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5897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History of Charlotte, North Carolina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0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Colonial Settlement to Modern Banking Capital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5897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Indigenous Origins &amp; Early Settlement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thousands of years, the Catawba Native American tribe inhabited the Piedmont region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Skilled farmers, hunters, and traders who established thriving civilization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Carolina backcountry was home to a sophisticated culture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**Mid-1700s**: Scots-Irish and German immigrants arrived seeking farmland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7490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**1768**: Charlotte officially founded and named after Queen Charlotte of Mecklenburg-Strelitz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2976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**Early Economy**: Agriculture and small-scale trade dominated the settlement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61722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4292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Revolutionary Spirit [section]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61722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4292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Mecklenburg Declaration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Charlotte claims to have declared independence from Britain over a year before the national declaration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historians debate its authenticity, this date appears on both the North Carolina state flag and Charlotte's city seal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militia fiercely resisted British occupation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British General Cornwallis gave Charlotte this nickname after fierce resistance during the Battle of Charlotte in 1780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7490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Despite its royal name, Charlotte became known for fierce independence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2976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spirit of resistance continues to define the Queen City today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61722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4292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Gold Rush Era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**1799**: Conrad Reed discovers a 17-pound gold nugget on his family farm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**1830s**: Charlotte becomes the center of gold production in the United States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**1837**: U.S. Branch Mint established in Charlotte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gold rush transformed Charlotte from a small farming community into a commercial center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7490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U.S. Mint operated until the Civil War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2976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Established Charlotte's reputation as a hub for finance and commerce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61722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4292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Civil War &amp; Reconstruction [section]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61722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4292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Civil War Era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Confederate naval yard and supply depot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manufacturing location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Surrendered to Union forces in 1865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meeting place of Confederate Cabinet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7490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the war, Charlotte rebuilt around cotton trading and textile manufacturing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2976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Earned the nickname "The Cotton Town"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48463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Railroad connections expanded regional trade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61722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4292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Textile &amp; Railroad Hub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South's leading textile manufacturing center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Mills dotted the landscape as Charlotte became a major railroad junction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growth attracted workers from across the region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Transformed from a small town into a thriving industrial center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7490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Landmark Supreme Court case establishing busing as a tool for school desegregation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2976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Charlotte peacefully integrated its schools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48463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an example for the nation in handling desegregation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61722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4292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Banking Capital &amp; Modern Growth [section]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61722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4292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America's Second Banking Center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**Bank of America**: Corporate Headquarters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**Wells Fargo**: East Coast Operations Hub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Charlotte is the 2nd largest banking center in the United States (after New York)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sector growth (Google, Microsoft, Apple offices)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7490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innovation hub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2976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logistics and distribution center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48463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sports: Panthers (NFL), Hornets (NBA), Charlotte FC (MLS)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61722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4292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Charlotte Today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**16th largest city** in the United States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of the **fastest-growing metros** in the nation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**Southern charm** meets **cosmopolitan culture**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destination for young professionals and families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7490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900,000+ city residents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2976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2.8+ million metro area population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48463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100,000+ new residents per year (metro)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53949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Fortune 500 company headquarters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61722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4292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61722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4292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Alex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charlotte-history</dc:title>
  <dc:subject>Auto-generated presentation</dc:subject>
  <dc:creator>Alex Cognitive Architecture</dc:creator>
  <cp:lastModifiedBy>Alex Cognitive Architecture</cp:lastModifiedBy>
  <cp:revision>1</cp:revision>
  <dcterms:created xsi:type="dcterms:W3CDTF">2026-02-07T22:55:42Z</dcterms:created>
  <dcterms:modified xsi:type="dcterms:W3CDTF">2026-02-07T22:55:42Z</dcterms:modified>
</cp:coreProperties>
</file>