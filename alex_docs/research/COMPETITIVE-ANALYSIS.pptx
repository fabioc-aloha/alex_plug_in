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**Understanding the AI Assistant Landscape and Alex's Unique Position**
**⚠️ Counts snapshot**: Skill/tool counts in this analysis reflect the date above. Authoritative current counts live in the root `README.md`.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Extensions that directly compete with Alex's cognitive architecture and memory features
**Why Agent Memory has 1,600 installs vs Alex's 23** — and what we can learn
⚠️ This is Alex's biggest competitive disadvantage in the marketplace. Agent Memory isn't better — it's **better positioned**. Alex can't replicate this advantage, but can apply the other lessons below.
*"If you can't explain it simply, you don't understand it well enough."* — Einstein
Alex's marketplace challenge: explaining a cognitive architecture in a world that wants "memory tool for VS Code."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leader with new agentic capabilities — **and Alex's primary host platform**
"Copilot provides the raw AI power. Alex provides the cognitive architecture that makes it learn with you."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"vibe coding" pioneer - AI-first editor powering Fortune 500
"Cursor makes AI write code for you. Alex makes sure you understand what was written and can write it yourself next time."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"Flow State" agentic IDE with 1M+ users
"Windsurf's Cascade does tasks for you. Alex ensures you grow from every task."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agentic coding powerhouse from Claude's creators
"Claude Code executes your commands autonomously. Alex ensures you learn from every execution and grow your capabilities."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Cloud-based parallel software engineering agent
"Codex runs tasks in parallel for you. Alex ensures each task adds to your knowledge and makes you more capable."
Focused on direct competitors. ChatGPT/Gemini removed — they're chatbots, not IDE tools.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tools are in adjacent markets — important to monitor but not direct threats. Strategic insights preserved from detailed analysis.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**Alex sits alone in quadrant 4** - the only AI focused on personalized learning and growth. The new agentic tools (Claude Code, Codex) are even more task-focused than earlier assistants.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TITLE">
    <p:bg>
      <p:bgPr>
        <a:solidFill>
          <a:srgbClr val="055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5760720"/>
            <a:ext cx="9144000" cy="6400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50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Cognitive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EAEEF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SECTION">
    <p:bg>
      <p:bgPr>
        <a:solidFill>
          <a:srgbClr val="D8B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9144000" cy="36576"/>
          </a:xfrm>
          <a:prstGeom prst="rect">
            <a:avLst/>
          </a:prstGeom>
          <a:solidFill>
            <a:srgbClr val="6639B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X_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50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Cognitive Architecture - Competitive Analysis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5897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**Cross-project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**Gamma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decks,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**Emotional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Frustration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celebration,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**Focus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Pomodoro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off-topic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**Meditation/consolidation**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reflection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**User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sovereignty**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user-owned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Gists,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vendor-locked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**TTS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32-language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(chatbots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Flowbaby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Obsidian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ContextIQ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Cortex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**Memory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**Cognitive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Flowbaby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Obsidian Brain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ContextIQ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Cortex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Meditation/reflection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Dream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**Skills/Tools**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**Multi-Modal**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(voice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(Gamma)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**Platform**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**Installs**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(Symbiosis)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**Primary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**Memory**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(per-repo)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**Personality**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consciousness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character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Meditation,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**Cross-Platform**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JetBrains,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**Data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Microsoft-controlled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User-owned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(GitHub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Gists)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**Modalities**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**Emotional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IQ**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Frustration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celebration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**Primary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AI-native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**Memory**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Project-level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**Personality**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**Platform**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**Philosophy**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"Learn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**Pricing**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$20-40/month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Windsurf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**Primary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"flow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state"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**Cascade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**Memory**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(new)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**Platform**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Windsurf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JetBrains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**Stats**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70M+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lines/day,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**Primary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**Memory**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Project/session-scoped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**Platform**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JetBrains,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**Philosophy**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"Describe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"Learn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together"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**Models**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Sonnet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Model-agnostic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(LLM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**Pricing**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$17-200/month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(Pro/Max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(Host)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Windsurf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(Host)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Windsurf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Consolidation/meditation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**Cross-project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Emotional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(Gamma)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MCP/Tool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**Chatbots**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Web/mobile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IDE-integrated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assistants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**Autonomous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philosophy: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"replaces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dev"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"grows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**Enterprise**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JetBrains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Ecosystem-locked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(AWS,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JetBrains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**Voice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Assistants**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(Sourcegraph)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:------: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Copilot/Cursor/Windsurf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(⭐)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**Inline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Cmd+K,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Windsurf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manipulation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**v5.1.0**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Review-as-teaching: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*why*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**Background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Cowork,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In-session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**Terminal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terminal, 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run_in_terminal 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**Done**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executes 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Strength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**Image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Cursor/Windsurf: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drag-drop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(Opus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4.6/GPT-4o)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**Done**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code/UI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**Parallel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multi-task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**Done**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**IDE-native**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Cursor/Windsurf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purpose-built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**v5.1.0**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Lab-Subscription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FishbowlGovernance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AIRS_Data_Analysis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airs-enterprise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Psychometric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youtube-mcp-server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spotify-mcpb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Alex_Plug_In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**Growing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across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**Lifelong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Learners**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**Privacy-Conscious**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sovereignty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**Multi-Platform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across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**Agentic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learning protocols the core differentiator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research on cognitive architecture effectiveness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"learning metrics" that show user growth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competitor agentic workflows to capture learning from any tool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enables contribution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domain knowledge templates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"Alex-compatible" extensions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AGENTS.md/CLAUDE.md compatibility for interoperability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"AI that makes you better, not obsolete"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Emphasize skill building, not skill replacement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worried about AI taking their jobs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949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"Other tools do it for you. Alex does it with you."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7498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knowledge sharing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8046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learning patterns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8595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Compliance-friendly data sovereignty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9144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and certify skills learned through Alex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9692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LinkedIn/credentials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10241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of learning journey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50A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----------------------------------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Days/weeks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**Zero-delay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adoption**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FB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61722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4292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COMPETITIVE-ANALYSIS</dc:title>
  <dc:subject>Auto-generated presentation</dc:subject>
  <dc:creator>Alex Cognitive Architecture</dc:creator>
  <cp:lastModifiedBy>Alex Cognitive Architecture</cp:lastModifiedBy>
  <cp:revision>1</cp:revision>
  <dcterms:created xsi:type="dcterms:W3CDTF">2026-02-20T18:18:50Z</dcterms:created>
  <dcterms:modified xsi:type="dcterms:W3CDTF">2026-02-20T18:18:50Z</dcterms:modified>
</cp:coreProperties>
</file>